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594360"/>
            <a:ext cx="1600200" cy="347472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126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GENAI •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AI Research Paper
RAG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61488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Aptos"/>
              </a:rPr>
              <a:t>Ask questions. Retrieve the right evidence.
Let Gemini generate a grounded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73075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simple, explainable portfolio project built for learning GenAI.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234440"/>
            <a:ext cx="4069080" cy="4251960"/>
          </a:xfrm>
          <a:prstGeom prst="roundRect">
            <a:avLst/>
          </a:prstGeom>
          <a:solidFill>
            <a:srgbClr val="0B122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54112" y="153619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📚  AI Research Paper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2057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Aptos"/>
              </a:rPr>
              <a:t>Ask a 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54112" y="2395728"/>
            <a:ext cx="3429000" cy="777240"/>
          </a:xfrm>
          <a:prstGeom prst="roundRect">
            <a:avLst/>
          </a:prstGeom>
          <a:solidFill>
            <a:srgbClr val="272A35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36992" y="2624328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Aptos"/>
              </a:rPr>
              <a:t>What is multi-head attention?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54112" y="3337560"/>
            <a:ext cx="1234440" cy="347472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54112" y="335584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ASK GEMINI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3950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4315968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Aptos"/>
              </a:rPr>
              <a:t>The system retrieves relevant
paper sections first, then Gemini
uses them to create the answer.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509320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  <a:latin typeface="Aptos"/>
              </a:rPr>
              <a:t>✓ Source: research paper • page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38912"/>
            <a:ext cx="1554480" cy="34747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01 •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From PDF → evidence →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The complete RAG pipeline in one simple 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AI Research Paper RAG • Project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2 /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331720"/>
            <a:ext cx="1874519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8952" y="2514600"/>
            <a:ext cx="438912" cy="347472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532888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063240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PDF PAPERS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456432"/>
            <a:ext cx="1536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3 AI research papers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96312" y="3364992"/>
            <a:ext cx="310896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80360" y="2331720"/>
            <a:ext cx="1874519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44952" y="2514600"/>
            <a:ext cx="438912" cy="347472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44952" y="2532888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2" y="3063240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CHUNK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456432"/>
            <a:ext cx="1536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Break text into small pieces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82312" y="3364992"/>
            <a:ext cx="310896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66360" y="2331720"/>
            <a:ext cx="1874519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330952" y="2514600"/>
            <a:ext cx="438912" cy="34747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30952" y="2532888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0952" y="3063240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EMBED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2" y="3456432"/>
            <a:ext cx="1536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Turn text into vectors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68312" y="3364992"/>
            <a:ext cx="310896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52360" y="2331720"/>
            <a:ext cx="1874519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16952" y="2514600"/>
            <a:ext cx="438912" cy="347472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16952" y="2532888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2" y="3063240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RETRIEVE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2" y="3456432"/>
            <a:ext cx="1536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ChromaDB finds matches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54312" y="3364992"/>
            <a:ext cx="310896" cy="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738360" y="2331720"/>
            <a:ext cx="1874519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902952" y="2514600"/>
            <a:ext cx="438912" cy="34747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02952" y="2532888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2952" y="3063240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GENERATE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2952" y="3456432"/>
            <a:ext cx="15361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Gemini writes the answer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892040"/>
            <a:ext cx="10972800" cy="914400"/>
          </a:xfrm>
          <a:prstGeom prst="roundRect">
            <a:avLst/>
          </a:prstGeom>
          <a:solidFill>
            <a:srgbClr val="18233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5102352"/>
            <a:ext cx="14173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00" b="1" dirty="0">
                <a:solidFill>
                  <a:srgbClr val="22D3EE"/>
                </a:solidFill>
                <a:latin typeface="Aptos"/>
              </a:rPr>
              <a:t>GROUND</a:t>
            </a:r>
            <a:r>
              <a:rPr sz="1000" b="1" dirty="0">
                <a:solidFill>
                  <a:srgbClr val="22D3EE"/>
                </a:solidFill>
                <a:latin typeface="Aptos"/>
              </a:rPr>
              <a:t> VERSION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001768"/>
            <a:ext cx="8823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“Retrieve relevant document chunks first, then give them to Gemini as context so the answer is grounded.”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38912"/>
            <a:ext cx="1554480" cy="34747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02 • THE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Small stack. Clear responsibilities.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1692" y="148132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Every technology has one job — easy to explain and easy to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AI Research Paper RAG • Project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3 /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51663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64792" y="24414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GEMINI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277063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LLM + 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551176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Understands the question
and generates the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240280"/>
            <a:ext cx="51663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40460" y="24414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err="1">
                <a:solidFill>
                  <a:srgbClr val="F8FAFC"/>
                </a:solidFill>
                <a:latin typeface="Aptos"/>
              </a:rPr>
              <a:t>ChromaDB</a:t>
            </a:r>
            <a:endParaRPr sz="15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36775" y="277063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Aptos"/>
              </a:rPr>
              <a:t>Vector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2551176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Stores embeddings and
finds similar 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60520"/>
            <a:ext cx="51663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77973" y="482803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F59E0B"/>
                </a:solidFill>
                <a:latin typeface="Aptos"/>
              </a:rPr>
              <a:t>Document Reader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471416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Extracts text from
the research PDFs.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160520"/>
            <a:ext cx="51663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38987" y="43616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 err="1">
                <a:solidFill>
                  <a:srgbClr val="F8FAFC"/>
                </a:solidFill>
                <a:latin typeface="Aptos"/>
              </a:rPr>
              <a:t>Streamlit</a:t>
            </a:r>
            <a:endParaRPr sz="15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38987" y="469333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EC4899"/>
                </a:solidFill>
                <a:latin typeface="Aptos"/>
              </a:rPr>
              <a:t>User Interface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59" y="4471416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Turns Python code into
a simple web app.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870448"/>
            <a:ext cx="10744200" cy="347472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925312"/>
            <a:ext cx="10378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2E8F0"/>
                </a:solidFill>
                <a:latin typeface="Aptos"/>
              </a:rPr>
              <a:t>Minimal project: app.py  •  ingest.py  •  requirements.txt  •  .env  •  papers/  •  chroma_db/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236E124-A2DB-4C8E-4E1D-5703208A4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859" y="2453915"/>
            <a:ext cx="801349" cy="80134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1D94FCF-51C3-DCBF-B136-DAA550876A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380"/>
          <a:stretch/>
        </p:blipFill>
        <p:spPr>
          <a:xfrm>
            <a:off x="1554480" y="4409772"/>
            <a:ext cx="1380233" cy="40777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30BD796-09A0-FA29-20CF-9CA92226B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559" y="2365804"/>
            <a:ext cx="1483399" cy="8894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F59BC7F-A848-8E12-C09B-FB14C595C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1059" y="4162044"/>
            <a:ext cx="947928" cy="947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38912"/>
            <a:ext cx="1554480" cy="347472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03 •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What the user experiences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8132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clean demo flow — and a clear story for an interviewer.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AI Research Paper RAG • Project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Aptos"/>
              </a:rPr>
              <a:t>4 /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6720840" cy="3611880"/>
          </a:xfrm>
          <a:prstGeom prst="roundRect">
            <a:avLst/>
          </a:prstGeom>
          <a:solidFill>
            <a:srgbClr val="0B122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70048"/>
            <a:ext cx="5852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“What are the two sub-layers in each
encoder layer of the Transformer?”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673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5CF6"/>
                </a:solidFill>
                <a:latin typeface="Aptos"/>
              </a:rPr>
              <a:t>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87368"/>
            <a:ext cx="5669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ptos"/>
              </a:rPr>
              <a:t>ChromaDB → retrieves relevant chunks
Gemini → generates the grounded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919472"/>
            <a:ext cx="1600200" cy="347472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93775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SOURCE ATTRIBUTION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96519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Research paper • page reference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057400"/>
            <a:ext cx="3931920" cy="3611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79" y="2331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4899"/>
                </a:solidFill>
                <a:latin typeface="Aptos"/>
              </a:rPr>
              <a:t>WHY THIS PROJECT?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8803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889503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8FAFC"/>
                </a:solidFill>
                <a:latin typeface="Aptos"/>
              </a:rPr>
              <a:t>Grounded answers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3474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483863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8FAFC"/>
                </a:solidFill>
                <a:latin typeface="Aptos"/>
              </a:rPr>
              <a:t>Simple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40690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407822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8FAFC"/>
                </a:solidFill>
                <a:latin typeface="Aptos"/>
              </a:rPr>
              <a:t>Easy to demonstrate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46634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4672583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8FAFC"/>
                </a:solidFill>
                <a:latin typeface="Aptos"/>
              </a:rPr>
              <a:t>Next: evaluation + better citations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897880"/>
            <a:ext cx="10972800" cy="384048"/>
          </a:xfrm>
          <a:prstGeom prst="roundRect">
            <a:avLst/>
          </a:prstGeom>
          <a:solidFill>
            <a:srgbClr val="18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96188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PORTFOLIO MESSAGE  •  “I understand the RAG workflow end-to-end, not just the API call.”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372</Words>
  <Application>Microsoft Office PowerPoint</Application>
  <PresentationFormat>Widescreen</PresentationFormat>
  <Paragraphs>71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Bipul Kumar</cp:lastModifiedBy>
  <cp:revision>3</cp:revision>
  <dcterms:created xsi:type="dcterms:W3CDTF">2013-01-27T09:14:16Z</dcterms:created>
  <dcterms:modified xsi:type="dcterms:W3CDTF">2026-09-07T13:05:50Z</dcterms:modified>
  <cp:category/>
</cp:coreProperties>
</file>